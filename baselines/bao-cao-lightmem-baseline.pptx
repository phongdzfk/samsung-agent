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Đã chạy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Đơn phiên · người dùng</c:v>
                  </c:pt>
                  <c:pt idx="1">
                    <c:v>Đơn phiên · trợ lý</c:v>
                  </c:pt>
                  <c:pt idx="2">
                    <c:v>Đơn phiên · sở thích</c:v>
                  </c:pt>
                  <c:pt idx="3">
                    <c:v>Đa phiên</c:v>
                  </c:pt>
                  <c:pt idx="4">
                    <c:v>Suy luận thời gian</c:v>
                  </c:pt>
                  <c:pt idx="5">
                    <c:v>Cập nhật kiến thức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9</c:v>
                </c:pt>
                <c:pt idx="2">
                  <c:v>9</c:v>
                </c:pt>
                <c:pt idx="3">
                  <c:v>40</c:v>
                </c:pt>
                <c:pt idx="4">
                  <c:v>30</c:v>
                </c:pt>
                <c:pt idx="5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Còn lại</c:v>
                </c:pt>
              </c:strCache>
            </c:strRef>
          </c:tx>
          <c:spPr>
            <a:solidFill>
              <a:srgbClr val="C9D5D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Đơn phiên · người dùng</c:v>
                  </c:pt>
                  <c:pt idx="1">
                    <c:v>Đơn phiên · trợ lý</c:v>
                  </c:pt>
                  <c:pt idx="2">
                    <c:v>Đơn phiên · sở thích</c:v>
                  </c:pt>
                  <c:pt idx="3">
                    <c:v>Đa phiên</c:v>
                  </c:pt>
                  <c:pt idx="4">
                    <c:v>Suy luận thời gian</c:v>
                  </c:pt>
                  <c:pt idx="5">
                    <c:v>Cập nhật kiến thức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8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  <c:pt idx="5">
                  <c:v>7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4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Đơn phiên · người dùng (n=21)</c:v>
                  </c:pt>
                  <c:pt idx="1">
                    <c:v>Đơn phiên · trợ lý (n=9)</c:v>
                  </c:pt>
                  <c:pt idx="2">
                    <c:v>Đơn phiên · sở thích (n=9)</c:v>
                  </c:pt>
                  <c:pt idx="3">
                    <c:v>Đa phiên (n=40)</c:v>
                  </c:pt>
                  <c:pt idx="4">
                    <c:v>Suy luận thời gian (n=30)</c:v>
                  </c:pt>
                  <c:pt idx="5">
                    <c:v>Cập nhật kiến thức (n=16)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33.3</c:v>
                </c:pt>
                <c:pt idx="2">
                  <c:v>77.8</c:v>
                </c:pt>
                <c:pt idx="3">
                  <c:v>82.5</c:v>
                </c:pt>
                <c:pt idx="4">
                  <c:v>86.7</c:v>
                </c:pt>
                <c:pt idx="5">
                  <c:v>93.8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024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tổng hợp phần cài đặt và chạy baseline LightMem. Số liệu sinh tự động từ thư mục kết quả; chạy lại gen_stats.py và build_deck.js khi có thêm câu.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LightMem (ICLR 2026) nén hội thoại trước khi đưa vào LLM để tiết kiệm token. Cấu hình dùng: messages_use=user_only, top-k=20.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kế hoạch ghi GPT-5.5, nhưng tài khoản ChatGPT nối qua 9router không có quyền model này (lỗi 404). Dùng gpt-5.6-luna. Hệ APEX-MEM của nhóm phải chạy cùng model để so công bằng.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Các câu chạy theo thứ tự trong tập dev nên chưa phủ đều 6 loại; loại chưa chạy sẽ chạy ở lượt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 84,0% trên 125 câu, macro 79,0% trên 6 loại. Điểm đáng chú ý nhất: loại đơn phiên · trợ lý thấp hẳn, và nguyên nhân nằm ở cấu hình user_only của LightMem chứ không phải ngẫu nhiên.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Kiểu 1: câu đếm qua nhiều phiên, hệ đếm thiếu hoặc thừa. Kiểu 2: câu hỏi về lời trợ lý, hệ không có dữ liệu vì cấu hình user_only. Kiểu 2 là lỗi cấu hình, sửa được; kiểu 1 là hạn chế thật của cách lưu ký ức.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Thời gian dựng bộ nhớ chiếm gần như toàn bộ; truy xuất và trả lời rất nhanh. 9router chèn thêm khoảng 2.500 token system prompt vào mỗi lời gọi, nên số token đo qua router bị phình.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Các lỗi này đều nằm ở môi trường chạy, không phải ở thiết kế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tổng kết tự cập nhật theo stats.json. Khi chạy xong 150 câu, chạy lại gen_stats.py và build_deck.js.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LIGHTMEM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LightMem trên LongMemEval-S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cơ sở để so sánh với hệ thống của nhóm (APEX-MEM tái hiện)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 · số liệu sơ bộ 125/150 câu dev · nhóm 2 thành viên · 09/2026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HOẠT ĐỘNG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LightMem lưu và truy xuất ký ức thế nào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bộ: 125/150 câu dev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51790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554480"/>
            <a:ext cx="384048" cy="384048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0116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Nén trước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359152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LLMLingua-2 bỏ token ít thông tin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135124" y="1417320"/>
            <a:ext cx="151790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72284" y="1554480"/>
            <a:ext cx="384048" cy="384048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7228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72284" y="20116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 chủ đề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72284" y="2359152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hội thoại thành các topic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813048" y="1417320"/>
            <a:ext cx="151790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50208" y="15544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02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50208" y="20116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Trích fact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50208" y="2359152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tóm fact + metadata cho mỗi topic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90972" y="1417320"/>
            <a:ext cx="151790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28132" y="1554480"/>
            <a:ext cx="384048" cy="384048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2813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28132" y="20116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Lập chỉ mục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628132" y="2359152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Nhúng MiniLM, lưu Qdrant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168896" y="1417320"/>
            <a:ext cx="151790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06056" y="1554480"/>
            <a:ext cx="384048" cy="384048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0605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306056" y="20116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xuất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306056" y="2359152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ký ức → LLM trả lời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3291840"/>
            <a:ext cx="4023360" cy="1280160"/>
          </a:xfrm>
          <a:prstGeom prst="rect">
            <a:avLst/>
          </a:prstGeom>
          <a:solidFill>
            <a:srgbClr val="E7F0F4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 quan trọng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lưu lượt của người dùng (user_only). Nội dung do trợ lý nói không vào bộ nhớ.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663440" y="3291840"/>
            <a:ext cx="4023360" cy="1280160"/>
          </a:xfrm>
          <a:prstGeom prst="rect">
            <a:avLst/>
          </a:prstGeom>
          <a:solidFill>
            <a:srgbClr val="E7F0F4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chọn làm baseline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bình duyệt, có mã nguồn mở, chạy được trên LongMemEval. Đối chứng tốt cho hệ dựa trên đồ thị của nhóm.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CHẠY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lập thực nghiệm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bộ: 125/150 câu dev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LongMemEval-S, 500 câu, mỗi câu một haystack ~115K token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tập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150 / test 350, phân tầng theo loại, seed 42 (khớp split.json của nhóm)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trích xuất + trả lời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2377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cx/gpt-5.6-luna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chấm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cx/gpt-5.6-terra — khác model trả lời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chấm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chính thức của LongMemEval, theo từng loại câu hỏi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46888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ký ức, embedding all-MiniLM-L6-v2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0" y="1280160"/>
            <a:ext cx="2194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54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dev để chạy và chỉnh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54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test, khóa đến tuần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Tiến độ chạy tập dev theo loại câu hỏi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bộ: 125/150 câu dev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loại đạt 78–100%, riêng lượt trợ lý 33%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bộ: 125/150 câu dev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4300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1143000"/>
            <a:ext cx="2926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60720" y="11887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79,0%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macro-average, 6/6 loại · micro 84,0%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760720" y="2240280"/>
            <a:ext cx="2926080" cy="1828800"/>
          </a:xfrm>
          <a:prstGeom prst="rect">
            <a:avLst/>
          </a:prstGeom>
          <a:solidFill>
            <a:srgbClr val="FBEAE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76072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33,3%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phiên · trợ lý (3/9)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3200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LightMem chỉ lưu lượt người dùng (user_only), nên câu hỏi “trước đây bạn gợi ý gì” không có bằng chứng nào trong bộ nhớ.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4251960"/>
            <a:ext cx="8321040" cy="594360"/>
          </a:xfrm>
          <a:prstGeom prst="rect">
            <a:avLst/>
          </a:prstGeom>
          <a:solidFill>
            <a:srgbClr val="FDF3E1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bộ. </a:t>
            </a:r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chạy đủ: Đơn phiên · trợ lý 9/17 · Suy luận thời gian 30/40 · Cập nhật kiến thức 16/23. Nhóm câu từ chối (_abs) mới có 1 câu.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LỖI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kiểu lỗi chính trong 20 câu sai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bộ: 125/150 câu dev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sai trong 125 câu đã chạy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5603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phiên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256032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phiên · trợ lý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292608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291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thời gian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32918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657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phiên · sở thích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36576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kiến thức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02336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48840"/>
                <a:gridCol w="64008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Kiểu lỗi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Đáp án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trả lời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6F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Đếm đa phiên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the page count of the two novels I finished in Janua…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novels were:  - The Nightingale by…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6F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Đếm đa phiên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hours of jogging and yoga did I do last week?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Based on the memories, you did 0 hours of j…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Lượt trợ lý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wanted to follow up on our previous conversation about mind…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Mindful.org.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website was likely UCLA Mindful (the UC…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Lượt trợ lý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looking back at our previous conversation about building…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Absinthe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memories don’t specify the five-bottle…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3291840" y="4160520"/>
            <a:ext cx="5394960" cy="685800"/>
          </a:xfrm>
          <a:prstGeom prst="rect">
            <a:avLst/>
          </a:prstGeom>
          <a:solidFill>
            <a:srgbClr val="E7F0F4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474720" y="4206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chứng: </a:t>
            </a:r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câu sai loại lượt trợ lý, hệ trả lời thẳng là không tìm thấy thông tin trong bộ nhớ, khớp với cấu hình user_only.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Dựng bộ nhớ chiếm gần như toàn bộ thời gian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bộ: 125/150 câu dev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phút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bộ nhớ mỗi câu (trung vị)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0,18 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28016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 s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câu trả lời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câu gọi LLM hàng trăm lần: hội thoại dài chia thành hàng trăm topic, mỗi topic trích fact và xử lý riêng.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5–9 luồng song song, mỗi câu 33 phút (chậm nhất 61 phút); cả tập dev cần vài chục giờ.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9router chèn ~2,5 nghìn token system prompt mỗi lời gọi: khi báo cáo token phải tách phần này ra.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ChatGPT có trần sử dụng: đã chạm giới hạn (429), phải chờ hoặc thêm tài khoản.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 KỸ THUẬT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Sự cố gặp phải và cách xử lý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sơ bộ: 125/150 câu dev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cố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Nguyên nhân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xử lý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gốc không chạy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f-string kiểu Python 3.12, môi trường là 3.11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Viết script bọc ngoài, không sửa mã gốc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Lỗi “meta tensor” khi chạy song song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luồng cùng nạp model, đụng nhau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Khóa phần nạp model; mỗi luồng nạp một lần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Cạn RAM (pagefile)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Nạp lại model cho từng câu, không giải phóng kịp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model theo luồng, dọn bộ nhớ sau mỗi câu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chặn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App Control chặn file chưa ký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Bật/tắt lại Smart App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Lỗi 429 usage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Hết hạn mức tài khoản ChatGPT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Chờ mở lại hoặc thêm tài khoản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chạy được, chưa đủ kết luận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trên 125/150 câu dev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xong LightMem, chạy đầu-cuối được trên LongMemEval-S với cx/gpt-5.6-luna.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dev/test khớp bản gốc của nhóm (150/350).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bộ: 79,0% macro trên 6/6 loại, 125/150 câu dev.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 rõ nhất: loại lượt trợ lý chỉ 33,3%, do cấu hình user_only không lưu lời trợ lý.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là nút thắt: ~33 phút mỗi câu.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tiếp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938528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Chạy nốt 25 câu dev còn lại, nhất là nhóm _abs.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Chạy hệ APEX-MEM cùng model và cùng chấm để so công bằng.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Thử lại LightMem với messages_use = user_assistant, xem loại lượt trợ lý cải thiện bao nhiêu.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Chốt với anh: có chạy cả 350 câu test cho baseline không, vì hạn mức tài khoản.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Chấm 3 lần lấy trung bình, đúng kế hoạch đánh giá.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3657600" cy="777240"/>
          </a:xfrm>
          <a:prstGeom prst="rect">
            <a:avLst/>
          </a:prstGeom>
          <a:solidFill>
            <a:srgbClr val="1B3457"/>
          </a:solidFill>
          <a:ln w="9525">
            <a:solidFill>
              <a:srgbClr val="2C4A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79,0%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macro-average, 6/6 loại đã chạy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3886200"/>
            <a:ext cx="3657600" cy="777240"/>
          </a:xfrm>
          <a:prstGeom prst="rect">
            <a:avLst/>
          </a:prstGeom>
          <a:solidFill>
            <a:srgbClr val="1B3457"/>
          </a:solidFill>
          <a:ln w="9525">
            <a:solidFill>
              <a:srgbClr val="2C4A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phút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bộ nhớ mỗi câu (trung vị)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Baseline LightMem trên LongMemEval-S</dc:title>
  <dc:subject>PptxGenJS Presentation</dc:subject>
  <dc:creator>PptxGenJS</dc:creator>
  <cp:lastModifiedBy>PptxGenJS</cp:lastModifiedBy>
  <cp:revision>1</cp:revision>
  <dcterms:created xsi:type="dcterms:W3CDTF">2026-09-29T03:48:46Z</dcterms:created>
  <dcterms:modified xsi:type="dcterms:W3CDTF">2026-09-29T03:48:46Z</dcterms:modified>
</cp:coreProperties>
</file>