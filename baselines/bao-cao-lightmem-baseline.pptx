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Đã chạy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</c:v>
                  </c:pt>
                  <c:pt idx="1">
                    <c:v>Đơn phiên · trợ lý</c:v>
                  </c:pt>
                  <c:pt idx="2">
                    <c:v>Đơn phiên · sở thích</c:v>
                  </c:pt>
                  <c:pt idx="3">
                    <c:v>Đa phiên</c:v>
                  </c:pt>
                  <c:pt idx="4">
                    <c:v>Suy luận thời gian</c:v>
                  </c:pt>
                  <c:pt idx="5">
                    <c:v>Cập nhật kiến thức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</c:v>
                </c:pt>
                <c:pt idx="1">
                  <c:v>9</c:v>
                </c:pt>
                <c:pt idx="2">
                  <c:v>9</c:v>
                </c:pt>
                <c:pt idx="3">
                  <c:v>40</c:v>
                </c:pt>
                <c:pt idx="4">
                  <c:v>30</c:v>
                </c:pt>
                <c:pt idx="5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Còn lại</c:v>
                </c:pt>
              </c:strCache>
            </c:strRef>
          </c:tx>
          <c:spPr>
            <a:solidFill>
              <a:srgbClr val="C9D5D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</c:v>
                  </c:pt>
                  <c:pt idx="1">
                    <c:v>Đơn phiên · trợ lý</c:v>
                  </c:pt>
                  <c:pt idx="2">
                    <c:v>Đơn phiên · sở thích</c:v>
                  </c:pt>
                  <c:pt idx="3">
                    <c:v>Đa phiên</c:v>
                  </c:pt>
                  <c:pt idx="4">
                    <c:v>Suy luận thời gian</c:v>
                  </c:pt>
                  <c:pt idx="5">
                    <c:v>Cập nhật kiến thức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  <c:pt idx="5">
                  <c:v>7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4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 (n=21)</c:v>
                  </c:pt>
                  <c:pt idx="1">
                    <c:v>Đơn phiên · trợ lý (n=9)</c:v>
                  </c:pt>
                  <c:pt idx="2">
                    <c:v>Đơn phiên · sở thích (n=9)</c:v>
                  </c:pt>
                  <c:pt idx="3">
                    <c:v>Đa phiên (n=40)</c:v>
                  </c:pt>
                  <c:pt idx="4">
                    <c:v>Suy luận thời gian (n=30)</c:v>
                  </c:pt>
                  <c:pt idx="5">
                    <c:v>Cập nhật kiến thức (n=16)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33.3</c:v>
                </c:pt>
                <c:pt idx="2">
                  <c:v>77.8</c:v>
                </c:pt>
                <c:pt idx="3">
                  <c:v>82.5</c:v>
                </c:pt>
                <c:pt idx="4">
                  <c:v>86.7</c:v>
                </c:pt>
                <c:pt idx="5">
                  <c:v>93.8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024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tổng hợp phần cài đặt và chạy baseline LightMem. Số liệu sinh tự động từ thư mục kết quả; chạy lại gen_stats.py và build_deck.js khi có thêm câu.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LightMem (ICLR 2026) nén hội thoại trước khi đưa vào LLM để tiết kiệm token. Cấu hình dùng: messages_use=user_only, top-k=20.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Model: kế hoạch ghi GPT-5.5, nhưng tài khoản ChatGPT nối qua 9router không có quyền model này (lỗi 404). Dùng gpt-5.6-luna. Hệ APEX-MEM của nhóm phải chạy cùng model để so công bằng.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Các câu chạy theo thứ tự trong tập dev nên chưa phủ đều 6 loại; loại chưa chạy sẽ chạy ở lượt sau.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 84,0% trên 125 câu, macro 79,0% trên 6 loại. Điểm đáng chú ý nhất: loại đơn phiên · trợ lý thấp hẳn, và nguyên nhân nằm ở cấu hình user_only của LightMem chứ không phải ngẫu nhiên.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Kiểu 1: câu đếm qua nhiều phiên, hệ đếm thiếu hoặc thừa. Kiểu 2: câu hỏi về lời trợ lý, hệ không có dữ liệu vì cấu hình user_only. Kiểu 2 là lỗi cấu hình, sửa được; kiểu 1 là hạn chế thật của cách lưu ký ức.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Truy xuất trúng phiên chứa bằng chứng ở 124/125 câu. Trong 20 câu sai, 19 câu đã có bằng chứng trong 20 ký ức lấy về mà vẫn trả lời sai. Lưu ý: "trúng phiên" chưa chắc là "giữ được chi tiết cần thiết", vì LightMem nén và tóm tắt trước khi lưu.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Soi tay 12 câu được chấm đúng và toàn bộ 20 câu bị chấm sai. Không có câu nào được chấm đúng oan; có 2 câu nhóm cho rằng đáng lẽ nên tính đúng, nên accuracy thật có thể cao hơn khoảng 1,6 điểm.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Thời gian dựng bộ nhớ chiếm gần như toàn bộ; truy xuất và trả lời rất nhanh. 9router chèn thêm khoảng 2.500 token system prompt vào mỗi lời gọi, nên số token đo qua router bị phình.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Các lỗi này đều nằm ở môi trường chạy, không phải ở thiết kế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tổng kết tự cập nhật theo stats.json. Khi chạy xong 150 câu, chạy lại gen_stats.py và build_deck.js.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LIGHTMEM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LightMem trên LongMemEval-S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Đường cơ sở để so sánh với hệ thống của nhóm (APEX-MEM tái hiện)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3 · số liệu sơ bộ 125/150 câu dev · nhóm 2 thành viên · 09/2026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HOẠT ĐỘNG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LightMem lưu và truy xuất ký ức thế nào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Nén trước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LLMLingua-2 bỏ token ít thông tin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135124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72284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7228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272284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chủ đề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272284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hội thoại thành các topic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813048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5544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50208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Trích fact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tóm fact + metadata cho mỗi topic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90972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28132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281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28132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Lập chỉ mục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628132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Nhúng MiniLM, lưu Qdrant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168896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06056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06056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06056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xuất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306056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ký ức → LLM trả lời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457200" y="3291840"/>
            <a:ext cx="4023360" cy="128016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33832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hạn quan trọng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lưu lượt của người dùng (user_only). Nội dung do trợ lý nói không vào bộ nhớ.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663440" y="3291840"/>
            <a:ext cx="4023360" cy="128016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846320" y="33832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chọn làm baseline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bình duyệt, có mã nguồn mở, chạy được trên LongMemEval. Đối chứng tốt cho hệ dựa trên đồ thị của nhóm.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CHẠY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lập thực nghiệm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280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280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LongMemEval-S, 500 câu, mỗi câu một haystack ~115K token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tập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150 / test 350, phân tầng theo loại, seed 42 (khớp split.json của nhóm)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trích xuất + trả lời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377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cx/gpt-5.6-luna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chấm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2926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cx/gpt-5.6-terra — khác model trả lời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474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chấm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74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chính thức của LongMemEval, theo từng loại câu hỏi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24688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ký ức, embedding all-MiniLM-L6-v2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92240" y="1280160"/>
            <a:ext cx="2194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9224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54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dev để chạy và chỉnh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endParaRPr lang="en-US" sz="54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test, khóa đến tuần 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ĐỘ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 độ chạy tập dev theo loại câu hỏi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8229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loại đạt 78–100%, riêng lượt trợ lý 33%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143000"/>
          <a:ext cx="5212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760720" y="114300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760720" y="1188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79,0%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5760720" y="1737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macro-average, 6/6 loại · micro 84,0%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760720" y="2240280"/>
            <a:ext cx="2926080" cy="1828800"/>
          </a:xfrm>
          <a:prstGeom prst="rect">
            <a:avLst/>
          </a:prstGeom>
          <a:solidFill>
            <a:srgbClr val="FBEAE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760720" y="2331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trợ lý (3/9)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943600" y="3200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LightMem chỉ lưu lượt người dùng (user_only), nên câu hỏi “trước đây bạn gợi ý gì” không có bằng chứng nào trong bộ nhớ.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4251960"/>
            <a:ext cx="8321040" cy="59436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42976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bộ. </a:t>
            </a:r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chạy đủ: Đơn phiên · trợ lý 9/17 · Suy luận thời gian 30/40 · Cập nhật kiến thức 16/23. Nhóm câu từ chối (_abs) mới có 1 câu.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LỖI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kiểu lỗi chính trong 20 câu sai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65760" y="1188720"/>
            <a:ext cx="26517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325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sai trong 125 câu đã chạy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5603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phiên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256032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9260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trợ lý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926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2918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 luận thời gian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329184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sở thích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3657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kiến thức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402336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64008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Kiểu lỗi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hỏi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trả lời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Đếm đa phiên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the page count of the two novels I finished in Janua…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 novels were:  - The Nightingale by…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Đếm đa phiên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hours of jogging and yoga did I do last week?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hours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the memories, you did 0 hours of j…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Lượt trợ lý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wanted to follow up on our previous conversation about mind…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Mindful.org.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website was likely UCLA Mindful (the UC…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Lượt trợ lý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I'm looking back at our previous conversation about building…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Absinthe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memories don’t specify the five-bottle…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3291840" y="4160520"/>
            <a:ext cx="5394960" cy="68580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474720" y="420624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 câu sai loại lượt trợ lý, hệ trả lời thẳng là không tìm thấy thông tin trong bộ nhớ, khớp với cấu hình user_only.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NGUỒN LỖI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Lỗi không nằm ở khâu tìm kiếm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65760" y="118872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 trúng phiên chứa bằng chứng (124/125 câu)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69748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 thế nào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ký ức LightMem trả về đều mở đầu bằng mốc thời gian của phiên. Khớp mốc đó với haystack_dates để biết ký ức đến từ phiên nào, rồi so với answer_session_ids của bộ dữ liệu.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1188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20 câu sai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1554480"/>
            <a:ext cx="5394960" cy="1600200"/>
          </a:xfrm>
          <a:prstGeom prst="rect">
            <a:avLst/>
          </a:prstGeom>
          <a:solidFill>
            <a:srgbClr val="FBEAE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29000" y="169164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168249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có bằng chứng trong ký ức lấy về, vẫn trả lời sai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2066544"/>
            <a:ext cx="416052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nằm ở tầng trích xuất (nén làm mất chi tiết) hoặc tầng suy luận, không phải tầng tìm kiếm. Ví dụ rõ nhất: một câu tính khoảng ngày, hệ nêu đúng cả hai mốc 22/03 và 15/04/2023 nhưng tính ra 18 ngày thay vì 24 — ký ức đúng, phép trừ sai.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91840" y="3291840"/>
            <a:ext cx="5394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29000" y="342900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17" name="Text 14"/>
          <p:cNvSpPr txBox="1"/>
          <p:nvPr/>
        </p:nvSpPr>
        <p:spPr>
          <a:xfrm>
            <a:off x="4389120" y="34198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truy xuất được bằng chứng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380390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duy nhất thuộc loại lượt trợ lý, mà lời trợ lý thì không được lưu do cấu hình user_only.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65760" y="4343400"/>
            <a:ext cx="8321040" cy="54864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4389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 cho hệ của nhóm: </a:t>
            </a:r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bộ dữ liệu này, cải thiện khâu tìm kiếm gần như không còn dư địa; điểm số phụ thuộc vào việc trích xuất giữ được bao nhiêu chi tiết và mô hình suy luận ra sao.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TIN CẬY CỦA PHÉP ĐO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chấm đáng tin, nhưng hơi khắt khe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65760" y="1188720"/>
            <a:ext cx="4069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0/12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chấm đúng bị sai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16642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 ngẫu nhiên trong nhóm được chấm đúng. Không có câu nào được cho điểm oan.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17720" y="1188720"/>
            <a:ext cx="4069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5488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chấm sai đáng ngờ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16642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 toàn bộ nhóm bị chấm sai. Hai câu dưới đây nhóm thấy nên tính đúng.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14600"/>
          <a:ext cx="8321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3108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 gốc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trả lời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Vì sao nhóm thấy đáng ngờ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 là một rubric: câu trả lời cần xét tới ảnh hưởng của con mèo Luna và việc nó rụng lông.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it could be. Your cat sheds heavily, so the living room may contain cat hair and dander…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trả lời đã nhắc đúng việc mèo rụng lông, tức là đáp ứng rubric, nhưng vẫn bị chấm sai.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days ago. 20 days (including the last day) is also acceptable.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launched your website 19 days before signing your first-client contract (February 10 to March 1, 2023). As of March 25, 2023, that…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trả lời có nêu đúng con số 19 ngày. Nhưng nó nói thêm '43 days ago' ở cuối, nên có thể bị hiểu là đáp án cuối cùng là 43. Trường hợp này thật sự mập mờ.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365760" y="4590288"/>
            <a:ext cx="8321040" cy="438912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46085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vậy: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nguyên kế hoạch chấm 3 lần lấy trung bình, và dùng đúng một model chấm cho cả LightMem lẫn APEX-MEM để sai lệch này triệt tiêu khi so sánh.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Dựng bộ nhớ chiếm gần như toàn bộ thời gian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phút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 bộ nhớ mỗi câu (trung vị)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28016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0,18 s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24612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35040" y="128016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 s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câu trả lời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880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câu gọi LLM hàng trăm lần: hội thoại dài chia thành hàng trăm topic, mỗi topic trích fact và xử lý riêng.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5–9 luồng song song, mỗi câu 33 phút (chậm nhất 61 phút); cả tập dev cần vài chục giờ.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9router chèn ~2,5 nghìn token system prompt mỗi lời gọi: khi báo cáo token phải tách phần này ra.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khoản ChatGPT có trần sử dụng: đã chạm giới hạn (429), phải chờ hoặc thêm tài khoản.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CỐ KỸ THUẬT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cố gặp phải và cách xử lý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Sự cố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Nguyên nhân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Cách xử lý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 gốc không chạy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Dùng f-string kiểu Python 3.12, môi trường là 3.11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Viết script bọc ngoài, không sửa mã gốc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Lỗi “meta tensor” khi chạy song song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Nhiều luồng cùng nạp model, đụng nhau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Khóa phần nạp model; mỗi luồng nạp một lần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Cạn RAM (pagefile)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Nạp lại model cho từng câu, không giải phóng kịp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model theo luồng, dọn bộ nhớ sau mỗi câu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chặn 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App Control chặn file chưa ký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Bật/tắt lại Smart App 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Lỗi 429 usage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Hết hạn mức tài khoản ChatGPT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Chờ mở lại hoặc thêm tài khoản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chạy được, chưa đủ kết luận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trên 125/150 câu dev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3931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Cài đặt xong LightMem, chạy đầu-cuối được trên LongMemEval-S với cx/gpt-5.6-luna.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dev/test khớp bản gốc của nhóm (150/350).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bộ: 79,0% macro trên 6/6 loại, 125/150 câu dev.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yếu rõ nhất: loại lượt trợ lý chỉ 33,3%, do cấu hình user_only không lưu lời trợ lý.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 trúng bằng chứng 124/125 câu, nên lỗi nằm ở trích xuất và suy luận.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là nút thắt: ~33 phút mỗi câu.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938528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Chạy nốt 25 câu dev còn lại, nhất là nhóm _abs.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Chạy hệ APEX-MEM cùng model và cùng chấm để so công bằng.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Thử lại LightMem với messages_use = user_assistant, xem loại lượt trợ lý cải thiện bao nhiêu.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Chốt với anh: có chạy cả 350 câu test cho baseline không, vì hạn mức tài khoản.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Chấm 3 lần lấy trung bình, đúng kế hoạch đánh giá.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3657600" cy="777240"/>
          </a:xfrm>
          <a:prstGeom prst="rect">
            <a:avLst/>
          </a:prstGeom>
          <a:solidFill>
            <a:srgbClr val="1B3457"/>
          </a:solidFill>
          <a:ln w="9525">
            <a:solidFill>
              <a:srgbClr val="2C4A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776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79,0%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macro-average, 6/6 loại đã chạy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3886200"/>
            <a:ext cx="3657600" cy="777240"/>
          </a:xfrm>
          <a:prstGeom prst="rect">
            <a:avLst/>
          </a:prstGeom>
          <a:solidFill>
            <a:srgbClr val="1B3457"/>
          </a:solidFill>
          <a:ln w="9525">
            <a:solidFill>
              <a:srgbClr val="2C4A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39776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phút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 bộ nhớ mỗi câu (trung vị)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Baseline LightMem trên LongMemEval-S</dc:title>
  <dc:subject>PptxGenJS Presentation</dc:subject>
  <dc:creator>PptxGenJS</dc:creator>
  <cp:lastModifiedBy>PptxGenJS</cp:lastModifiedBy>
  <cp:revision>1</cp:revision>
  <dcterms:created xsi:type="dcterms:W3CDTF">2026-09-29T04:45:38Z</dcterms:created>
  <dcterms:modified xsi:type="dcterms:W3CDTF">2026-09-29T04:45:38Z</dcterms:modified>
</cp:coreProperties>
</file>