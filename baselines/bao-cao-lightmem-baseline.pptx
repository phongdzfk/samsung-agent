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APEX-MEM</c:v>
                </c:pt>
              </c:strCache>
            </c:strRef>
          </c:tx>
          <c:spPr>
            <a:solidFill>
              <a:srgbClr val="1F6F8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43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Đơn phiên · người dùng (n=21)</c:v>
                  </c:pt>
                  <c:pt idx="1">
                    <c:v>Đơn phiên · trợ lý (n=17)</c:v>
                  </c:pt>
                  <c:pt idx="2">
                    <c:v>Đơn phiên · sở thích (n=9)</c:v>
                  </c:pt>
                  <c:pt idx="3">
                    <c:v>Đa phiên (n=40)</c:v>
                  </c:pt>
                  <c:pt idx="4">
                    <c:v>Suy luận thời gian (n=40)</c:v>
                  </c:pt>
                  <c:pt idx="5">
                    <c:v>Cập nhật kiến thức (n=23)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95.2</c:v>
                </c:pt>
                <c:pt idx="1">
                  <c:v>82.4</c:v>
                </c:pt>
                <c:pt idx="2">
                  <c:v>77.8</c:v>
                </c:pt>
                <c:pt idx="3">
                  <c:v>80</c:v>
                </c:pt>
                <c:pt idx="4">
                  <c:v>85</c:v>
                </c:pt>
                <c:pt idx="5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LightMem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43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Đơn phiên · người dùng (n=21)</c:v>
                  </c:pt>
                  <c:pt idx="1">
                    <c:v>Đơn phiên · trợ lý (n=17)</c:v>
                  </c:pt>
                  <c:pt idx="2">
                    <c:v>Đơn phiên · sở thích (n=9)</c:v>
                  </c:pt>
                  <c:pt idx="3">
                    <c:v>Đa phiên (n=40)</c:v>
                  </c:pt>
                  <c:pt idx="4">
                    <c:v>Suy luận thời gian (n=40)</c:v>
                  </c:pt>
                  <c:pt idx="5">
                    <c:v>Cập nhật kiến thức (n=23)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41.2</c:v>
                </c:pt>
                <c:pt idx="2">
                  <c:v>77.8</c:v>
                </c:pt>
                <c:pt idx="3">
                  <c:v>82.5</c:v>
                </c:pt>
                <c:pt idx="4">
                  <c:v>85</c:v>
                </c:pt>
                <c:pt idx="5">
                  <c:v>87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0243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B2B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B6B7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F6F8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0243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Đơn phiên · người dùng (n=21)</c:v>
                  </c:pt>
                  <c:pt idx="1">
                    <c:v>Đơn phiên · trợ lý (n=17)</c:v>
                  </c:pt>
                  <c:pt idx="2">
                    <c:v>Đơn phiên · sở thích (n=9)</c:v>
                  </c:pt>
                  <c:pt idx="3">
                    <c:v>Đa phiên (n=40)</c:v>
                  </c:pt>
                  <c:pt idx="4">
                    <c:v>Suy luận thời gian (n=40)</c:v>
                  </c:pt>
                  <c:pt idx="5">
                    <c:v>Cập nhật kiến thức (n=23)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41.2</c:v>
                </c:pt>
                <c:pt idx="2">
                  <c:v>77.8</c:v>
                </c:pt>
                <c:pt idx="3">
                  <c:v>82.5</c:v>
                </c:pt>
                <c:pt idx="4">
                  <c:v>85</c:v>
                </c:pt>
                <c:pt idx="5">
                  <c:v>87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0243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B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tổng hợp baseline LightMem và so sánh với APEX-MEM. Số liệu sinh tự động từ thư mục kết quả; chạy lại gen_stats.py, compare_apex.py và build_deck.js khi có thêm câu.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LightMem (ICLR 2026) nén hội thoại trước khi đưa vào LLM để tiết kiệm token. Cấu hình dùng: messages_use=user_only, top-k=20.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Model: kế hoạch ghi GPT-5.5, nhưng tài khoản ChatGPT nối qua 9router không có quyền model này (lỗi 404). Dùng gpt-5.6-luna. Hệ APEX-MEM của nhóm phải chạy cùng model để so công bằng.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Cùng 150 câu dev, cùng model trả lời (luna), cùng model chấm (terra). Gộp chung APEX-MEM 127/150, LightMem 122/150. Hai khoảng tin cậy 95% chồng lên nhau gần hết.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Kiểm định McNemar trên cặp câu hỏi: APEX-MEM đúng riêng 20 câu, LightMem đúng riêng 15 câu, p = 0,50. Tách theo loại: loại lượt trợ lý APEX-MEM hơn 7 câu, năm loại còn lại LightMem hơn 2 câu.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 81,3% trên 150 câu, macro 78,9% trên 6 loại. Điểm đáng chú ý nhất: loại đơn phiên · trợ lý thấp hẳn, và nguyên nhân nằm ở cấu hình user_only của LightMem chứ không phải ngẫu nhiên.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Kiểu 1: câu đếm qua nhiều phiên, hệ đếm thiếu hoặc thừa. Kiểu 2: câu hỏi về lời trợ lý, hệ không có dữ liệu vì cấu hình user_only. Kiểu 2 là lỗi cấu hình, sửa được; kiểu 1 là hạn chế thật của cách lưu ký ức.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Truy xuất trúng phiên chứa bằng chứng ở 149/150 câu. Trong 28 câu sai, 27 câu đã có bằng chứng trong 20 ký ức lấy về mà vẫn trả lời sai. Lưu ý: "trúng phiên" chưa chắc là "giữ được chi tiết cần thiết", vì LightMem nén và tóm tắt trước khi lưu.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Soi tay 20 câu được chấm đúng và toàn bộ 28 câu bị chấm sai. Không có câu nào được chấm đúng oan; có 2 câu nhóm cho rằng đáng lẽ nên tính đúng, nên accuracy thật có thể cao hơn khoảng 1,3 điểm.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LightMem: thời gian dựng trung vị 33 phút, trả lời 3 giây. APEX-MEM: 88% token nằm ở bước dựng. Thời gian đo trong điều kiện chạy song song khác nhau nên không dùng để kết luận hệ nào nhanh hơn. Chưa có số token của LightMem.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Các lỗi này đều nằm ở môi trường chạy, không phải ở thiết kế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tổng kết tự cập nhật theo stats.json. Khi chạy xong 150 câu, chạy lại gen_stats.py và build_deck.js.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LIGHTMEM · SO SÁNH VỚI APEX-MEM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LightMem và APEX-MEM trên LongMemEval-S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060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Đường cơ sở LightMem và phép so sánh đầu tiên với hệ của nhóm, trên 150 câu dev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206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3 · đủ 150 câu dev · nhóm 2 thành viên · 09/2026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HOẠT ĐỘNG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LightMem lưu và truy xuất ký ức thế nào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554480"/>
            <a:ext cx="384048" cy="384048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Nén trước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LLMLingua-2 bỏ token ít thông tin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135124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72284" y="1554480"/>
            <a:ext cx="384048" cy="384048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72284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272284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chủ đề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272284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Cắt hội thoại thành các topic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813048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950208" y="155448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5020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50208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Trích fact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3950208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tóm fact + metadata cho mỗi topic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90972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28132" y="1554480"/>
            <a:ext cx="384048" cy="384048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2813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28132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Lập chỉ mục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628132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Nhúng MiniLM, lưu Qdrant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168896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06056" y="1554480"/>
            <a:ext cx="384048" cy="384048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06056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306056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xuất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7306056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ký ức → LLM trả lời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57200" y="3291840"/>
            <a:ext cx="4023360" cy="1280160"/>
          </a:xfrm>
          <a:prstGeom prst="rect">
            <a:avLst/>
          </a:prstGeom>
          <a:solidFill>
            <a:srgbClr val="E7F0F4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33832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hạn quan trọng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lưu lượt của người dùng (user_only). Nội dung do trợ lý nói không vào bộ nhớ.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4663440" y="3291840"/>
            <a:ext cx="4023360" cy="1280160"/>
          </a:xfrm>
          <a:prstGeom prst="rect">
            <a:avLst/>
          </a:prstGeom>
          <a:solidFill>
            <a:srgbClr val="E7F0F4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846320" y="33832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chọn làm baseline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bình duyệt, có mã nguồn mở, chạy được trên LongMemEval. Đối chứng tốt cho hệ dựa trên đồ thị của nhóm.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CHẠY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Thiết lập thực nghiệm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188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560320" y="11887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LongMemEval-S, 500 câu, mỗi câu một haystack ~115K token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6916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tập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150 / test 350, phân tầng theo loại, seed 42 (khớp split.json của nhóm)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trả lời (cả hai hệ)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56032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cx/gpt-5.6-luna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chấm (cả hai hệ)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560320" y="2697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cx/gpt-5.6-terra — khác model trả lời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chấm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560320" y="3200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chính thức của LongMemEval, theo từng loại câu hỏi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LightMem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560320" y="37033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ký ức, MiniLM. Chỉ lưu lượt của người dùng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206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APEX-MEM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560320" y="4206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thị SQLite, agent ReAct ≤ 20 bước, BGE-M3. Lưu cả lượt trợ lý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492240" y="1280160"/>
            <a:ext cx="2194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9224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</a:t>
            </a:r>
            <a:endParaRPr lang="en-US" sz="54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dev để chạy và chỉnh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92240" y="29260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</a:t>
            </a:r>
            <a:endParaRPr lang="en-US" sz="540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3749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test, khóa đến tuần 7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TRỰC TIẾP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APEX-MEM 84,7%, LightMem 81,3%: chưa khác biệt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097280"/>
          <a:ext cx="576072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6309360" y="1188720"/>
            <a:ext cx="23774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09360" y="1261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APEX-MEM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153619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84,7%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6309360" y="21031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gộp chung 127/150 · KTC 95% 78–90%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6309360" y="232257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loại (macro) 84,6%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309360" y="2743200"/>
            <a:ext cx="23774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309360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LightMem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309067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81,3%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6309360" y="3657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gộp chung 122/150 · KTC 95% 74–87%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63093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loại (macro) 78,9%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65760" y="4389120"/>
            <a:ext cx="8321040" cy="502920"/>
          </a:xfrm>
          <a:prstGeom prst="rect">
            <a:avLst/>
          </a:prstGeom>
          <a:solidFill>
            <a:srgbClr val="FDF3E1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441655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đúng mức: </a:t>
            </a:r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chênh 5 câu trên 150 câu; nhóm câu từ chối (_abs) chỉ có 4 câu (APEX-MEM 3, LightMem 2). Cả hai hệ cùng model nên khác biệt đến từ cách lưu và truy xuất ký ức.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CHÊNH LỆCH ĐẾN TỪ ĐÂU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Toàn bộ chênh lệch nằm ở loại lượt trợ lý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2057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29844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20116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đúng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2514600" y="1188720"/>
            <a:ext cx="2057400" cy="1280160"/>
          </a:xfrm>
          <a:prstGeom prst="rect">
            <a:avLst/>
          </a:prstGeom>
          <a:solidFill>
            <a:srgbClr val="E4F1F5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14600" y="129844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800" dirty="0"/>
          </a:p>
        </p:txBody>
      </p:sp>
      <p:sp>
        <p:nvSpPr>
          <p:cNvPr id="10" name="Text 7"/>
          <p:cNvSpPr txBox="1"/>
          <p:nvPr/>
        </p:nvSpPr>
        <p:spPr>
          <a:xfrm>
            <a:off x="2514600" y="20116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APEX-MEM đúng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560320"/>
            <a:ext cx="2057400" cy="1280160"/>
          </a:xfrm>
          <a:prstGeom prst="rect">
            <a:avLst/>
          </a:prstGeom>
          <a:solidFill>
            <a:srgbClr val="FDF3E1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760" y="267004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3383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LightMem đúng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2514600" y="2560320"/>
            <a:ext cx="2057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514600" y="267004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800" dirty="0"/>
          </a:p>
        </p:txBody>
      </p:sp>
      <p:sp>
        <p:nvSpPr>
          <p:cNvPr id="16" name="Text 13"/>
          <p:cNvSpPr txBox="1"/>
          <p:nvPr/>
        </p:nvSpPr>
        <p:spPr>
          <a:xfrm>
            <a:off x="2514600" y="3383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sai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65760" y="39502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 chính xác: p = 0,50 (chưa khác biệt)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51560"/>
                <a:gridCol w="914400"/>
                <a:gridCol w="640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APEX-MEM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LightMem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Chênh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Loại lượt trợ lý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14/17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6F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Năm loại còn lại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113/133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115/133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754880" y="26974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loại còn lại: APEX-MEM 85,0%, LightMem 86,5%.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754880" y="3200400"/>
            <a:ext cx="3931920" cy="1024128"/>
          </a:xfrm>
          <a:prstGeom prst="rect">
            <a:avLst/>
          </a:prstGeom>
          <a:solidFill>
            <a:srgbClr val="FBEAE5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892040" y="3246120"/>
            <a:ext cx="3657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 biệt cấu hình: </a:t>
            </a:r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APEX-MEM lưu cả lượt trợ lý, LightMem mặc định chỉ lưu lượt người dùng. Loại câu hỏi này hỏi đúng về lời trợ lý.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365760" y="4370832"/>
            <a:ext cx="8321040" cy="530352"/>
          </a:xfrm>
          <a:prstGeom prst="rect">
            <a:avLst/>
          </a:prstGeom>
          <a:solidFill>
            <a:srgbClr val="E7F0F4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439826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kết luận được: </a:t>
            </a:r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 thuyết là khác biệt cấu hình, không phải đồ thị, tạo ra chênh lệch. Muốn kiểm chứng phải chạy lại LightMem loại này với messages_use = user_assistant.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LIGHTMEM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Năm loại đạt 78–100%, riêng lượt trợ lý 41%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43000"/>
          <a:ext cx="52120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5760720" y="114300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760720" y="11887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78,9%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5760720" y="1737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macro-average, 6/6 loại · micro 81,3%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760720" y="2240280"/>
            <a:ext cx="2926080" cy="1828800"/>
          </a:xfrm>
          <a:prstGeom prst="rect">
            <a:avLst/>
          </a:prstGeom>
          <a:solidFill>
            <a:srgbClr val="FBEAE5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760720" y="2331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41,2%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57607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phiên · trợ lý (7/17)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943600" y="3200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LightMem chỉ lưu lượt người dùng (user_only), nên câu hỏi “trước đây bạn gợi ý gì” không có bằng chứng nào trong bộ nhớ.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365760" y="4251960"/>
            <a:ext cx="8321040" cy="594360"/>
          </a:xfrm>
          <a:prstGeom prst="rect">
            <a:avLst/>
          </a:prstGeom>
          <a:solidFill>
            <a:srgbClr val="FDF3E1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429768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150 câu dev. </a:t>
            </a:r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câu từ chối (_abs) chỉ có 4 câu, quá ít để nói về năng lực biết từ chối.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LỖI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kiểu lỗi chính trong 28 câu sai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26517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3258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4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103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sai trong 150 câu đã chạy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56032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phiên · trợ lý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423160" y="256032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9260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phiên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2423160" y="2926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2918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Suy luận thời gian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329184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36576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Cập nhật kiến thức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2423160" y="3657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40233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phiên · sở thích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402336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148840"/>
                <a:gridCol w="640080"/>
                <a:gridCol w="1737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Kiểu lỗi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Câu hỏi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Đáp án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 trả lời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6F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Đếm đa phiên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was the page count of the two novels I finished in Janua…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two novels were:  - The Nightingale by…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6F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Đếm đa phiên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hours of jogging and yoga did I do last week?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hours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Based on the memories, you did 0 hours of j…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Lượt trợ lý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wanted to follow up on our previous conversation about mind…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Mindful.org.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website was likely UCLA Mindful (the UC…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Lượt trợ lý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I'm looking back at our previous conversation about building…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Absinthe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memories don’t specify the five-bottle…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3291840" y="4160520"/>
            <a:ext cx="5394960" cy="685800"/>
          </a:xfrm>
          <a:prstGeom prst="rect">
            <a:avLst/>
          </a:prstGeom>
          <a:solidFill>
            <a:srgbClr val="E7F0F4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74720" y="420624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Bằng chứng: </a:t>
            </a:r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6/10 câu sai loại lượt trợ lý, hệ trả lời thẳng là không tìm thấy thông tin trong bộ nhớ, khớp với cấu hình user_only.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NGUỒN LỖI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Lỗi không nằm ở khâu tìm kiếm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26517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99,3%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 xuất trúng phiên chứa bằng chứng (149/150 câu)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69748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Đo thế nào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ký ức LightMem trả về đều mở đầu bằng mốc thời gian của phiên. Khớp mốc đó với haystack_dates để biết ký ức đến từ phiên nào, rồi so với answer_session_ids của bộ dữ liệu. Có 2 câu có phiên trùng mốc với phiên khác nên khớp chưa chắc chắn.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1188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28 câu sai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291840" y="1554480"/>
            <a:ext cx="5394960" cy="1600200"/>
          </a:xfrm>
          <a:prstGeom prst="rect">
            <a:avLst/>
          </a:prstGeom>
          <a:solidFill>
            <a:srgbClr val="FBEAE5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29000" y="169164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4389120" y="168249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có bằng chứng trong ký ức lấy về, vẫn trả lời sai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2066544"/>
            <a:ext cx="416052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nằm ở tầng trích xuất (nén làm mất chi tiết) hoặc tầng suy luận, không phải tầng tìm kiếm. Ví dụ rõ nhất: một câu tính khoảng ngày, hệ nêu đúng cả hai mốc 22/03 và 15/04/2023 nhưng tính ra 18 ngày thay vì 24 — ký ức đúng, phép trừ sai.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91840" y="3291840"/>
            <a:ext cx="5394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429000" y="342900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800" dirty="0"/>
          </a:p>
        </p:txBody>
      </p:sp>
      <p:sp>
        <p:nvSpPr>
          <p:cNvPr id="16" name="Text 13"/>
          <p:cNvSpPr txBox="1"/>
          <p:nvPr/>
        </p:nvSpPr>
        <p:spPr>
          <a:xfrm>
            <a:off x="4389120" y="341985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truy xuất được bằng chứng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4389120" y="380390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duy nhất thuộc loại lượt trợ lý, mà lời trợ lý thì không được lưu do cấu hình user_only.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65760" y="4343400"/>
            <a:ext cx="8321040" cy="548640"/>
          </a:xfrm>
          <a:prstGeom prst="rect">
            <a:avLst/>
          </a:prstGeom>
          <a:solidFill>
            <a:srgbClr val="FDF3E1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38912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 cho hệ của nhóm: </a:t>
            </a:r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bộ dữ liệu này, cải thiện khâu tìm kiếm gần như không còn dư địa; điểm số phụ thuộc vào việc trích xuất giữ được bao nhiêu chi tiết và mô hình suy luận ra sao.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TIN CẬY CỦA PHÉP ĐO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chấm đáng tin, nhưng hơi khắt khe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40690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32588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0/20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2984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chấm đúng bị sai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16642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 ngẫu nhiên trong nhóm được chấm đúng. Không có câu nào được cho điểm oan.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17720" y="1188720"/>
            <a:ext cx="40690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54880" y="132588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2/28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6080760" y="12984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chấm sai đáng ngờ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080760" y="16642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 toàn bộ nhóm bị chấm sai. Hai câu dưới đây nhóm thấy nên tính đúng.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514600"/>
          <a:ext cx="8321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31089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Đáp án gốc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 trả lời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Vì sao nhóm thấy đáng ngờ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Đáp án là một rubric: câu trả lời cần xét tới ảnh hưởng của con mèo Luna và việc nó rụng lông.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it could be. Your cat sheds heavily, so the living room may contain cat hair and dander…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Câu trả lời đã nhắc đúng việc mèo rụng lông, tức là đáp ứng rubric, nhưng vẫn bị chấm sai.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days ago. 20 days (including the last day) is also acceptable.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launched your website 19 days before signing your first-client contract (February 10 to March 1, 2023). As of March 25, 2023, that…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Câu trả lời có nêu đúng con số 19 ngày. Nhưng nó nói thêm '43 days ago' ở cuối, nên có thể bị hiểu là đáp án cuối cùng là 43. Trường hợp này thật sự mập mờ.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365760" y="4590288"/>
            <a:ext cx="8321040" cy="438912"/>
          </a:xfrm>
          <a:prstGeom prst="rect">
            <a:avLst/>
          </a:prstGeom>
          <a:solidFill>
            <a:srgbClr val="E7F0F4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460857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vậy: </a:t>
            </a:r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nguyên kế hoạch chấm 3 lần lấy trung bình, và dùng đúng một model chấm cho cả LightMem lẫn APEX-MEM để sai lệch này triệt tiêu khi so sánh.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PHÍ VÀ THỜI GIAN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hai hệ đều tốn nhất ở bước dựng bộ nhớ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Mỗi câu hỏi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LightMem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APEX-MEM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Dựng bộ nhớ, trung vị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phút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 phút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Dựng bộ nhớ, p95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phút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23,1 phút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Trả lời, trung vị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 giây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 giây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Lời gọi LLM khi dựng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chưa ghi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khi dựng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chưa ghi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89.172 (88,1% tổng)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khi trả lời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chưa ghi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9776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đo khi chạy song song khác nhau (LightMem 5–9 luồng, APEX-MEM 2–8 luồng) và bị hạn mức tài khoản làm chậm: chỉ để tham khảo, không dùng để nói hệ nào nhanh hơn.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LightMem chưa có số token: script không ghi lại, và 9router chèn thêm khoảng 2.500 token vào mỗi lời gọi nên số đếm qua router bị phình.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APEX-MEM phục vụ đúng model: 3.998 lời gọi luna và 150 lời gọi terra (chấm), không có model nào bị đổi lén.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 CỐ KỸ THUẬT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Sự cố gặp phải và cách xử lý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108960"/>
                <a:gridCol w="2834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Sự cố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Nguyên nhân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Cách xử lý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 gốc không chạy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Dùng f-string kiểu Python 3.12, môi trường là 3.11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Viết script bọc ngoài, không sửa mã gốc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Lỗi “meta tensor” khi chạy song song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Nhiều luồng cùng nạp model, đụng nhau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Khóa phần nạp model; mỗi luồng nạp một lần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Cạn RAM (pagefile)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Nạp lại model cho từng câu, không giải phóng kịp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model theo luồng, dọn bộ nhớ sau mỗi câu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chặn Python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App Control chặn file chưa ký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Bật/tắt lại Smart App Control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Hết hạn mức (429), rồi token bị thu hồi (401)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Tài khoản gói free; chạy 8 luồng cạn nhanh, sau đó 2 token OAuth bị vô hiệu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Giảm số luồng; đăng nhập lại từ đầu; chờ hạn mức mở lại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9router tắt giữa chừng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Chưa xác định chắc; nghi máy ngủ hoặc tiến trình bị đóng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Chạy 9router trong terminal riêng; chạy lại lệnh cũ để tiếp tục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Chưa có bằng chứng APEX-MEM hơn LightMem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chạy đủ 150 câu dev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3931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hệ chạy đủ 150 câu dev, cùng model trả lời, cùng model chấm, cùng prompt chấm.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APEX-MEM 84,7%, LightMem 81,3%; McNemar p = 0,50, chưa khác biệt.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Chênh lệch nằm ở loại lượt trợ lý (+7); năm loại còn lại LightMem hơn nhẹ.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nhân nghi là cấu hình: LightMem chỉ lưu lượt người dùng, APEX-MEM lưu cả hai.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hệ truy xuất gần như không sai; lỗi nằm ở trích xuất và suy luận.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tiếp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938528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Chạy lại LightMem loại lượt trợ lý (17 câu) với messages_use = user_assistant để so công bằng.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Chấm 3 lần lấy trung bình cho cả hai hệ, đúng kế hoạch đánh giá.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Soi 35 câu hai hệ trả lời khác nhau để biết mỗi hệ mạnh ở đâu.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Chốt với anh: chạy cả 350 câu test hay một mẫu con có phân tầng, vì hạn mức tài khoản.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3657600" cy="777240"/>
          </a:xfrm>
          <a:prstGeom prst="rect">
            <a:avLst/>
          </a:prstGeom>
          <a:solidFill>
            <a:srgbClr val="1B3457"/>
          </a:solidFill>
          <a:ln w="9525">
            <a:solidFill>
              <a:srgbClr val="2C4A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9776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84,7% · 81,3%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39776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APEX-MEM · LightMem, gộp chung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846320" y="3886200"/>
            <a:ext cx="3657600" cy="777240"/>
          </a:xfrm>
          <a:prstGeom prst="rect">
            <a:avLst/>
          </a:prstGeom>
          <a:solidFill>
            <a:srgbClr val="1B3457"/>
          </a:solidFill>
          <a:ln w="9525">
            <a:solidFill>
              <a:srgbClr val="2C4A7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39776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0,50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39776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McNemar, chưa khác biệt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LightMem và APEX-MEM trên LongMemEval-S</dc:title>
  <dc:subject>PptxGenJS Presentation</dc:subject>
  <dc:creator>PptxGenJS</dc:creator>
  <cp:lastModifiedBy>PptxGenJS</cp:lastModifiedBy>
  <cp:revision>1</cp:revision>
  <dcterms:created xsi:type="dcterms:W3CDTF">2026-10-01T16:49:53Z</dcterms:created>
  <dcterms:modified xsi:type="dcterms:W3CDTF">2026-10-01T16:49:53Z</dcterms:modified>
</cp:coreProperties>
</file>